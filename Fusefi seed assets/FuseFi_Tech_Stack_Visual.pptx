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FuseFi Technology Stack (Visual Overview)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Customer Experience Layer</a:t>
            </a:r>
          </a:p>
          <a:p>
            <a:r>
              <a:rPr sz="1400"/>
              <a:t>Website • Ordering • Status Updates • Support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Operations &amp; Automation Layer</a:t>
            </a:r>
          </a:p>
          <a:p>
            <a:r>
              <a:rPr sz="1400"/>
              <a:t>Rental Workflow • Provisioning • Billing Triggers • Alerts •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Core Platform</a:t>
            </a:r>
          </a:p>
          <a:p>
            <a:r>
              <a:rPr sz="1400"/>
              <a:t>Fleet &amp; Asset Management • SIM &amp; Carrier Management • Device Registry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8229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Monitoring &amp; Reliability Layer</a:t>
            </a:r>
          </a:p>
          <a:p>
            <a:r>
              <a:rPr sz="1400"/>
              <a:t>Connectivity Health • Signal Quality • Data Usage • Proactive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822960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Hardware Layer</a:t>
            </a:r>
          </a:p>
          <a:p>
            <a:r>
              <a:rPr sz="1400"/>
              <a:t>Cellular Routers • SIMs • Antennas • Pelican Kits • AirTag Asset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