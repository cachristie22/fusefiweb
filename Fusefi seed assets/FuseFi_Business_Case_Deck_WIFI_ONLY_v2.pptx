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FuseFi –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FuseFi is a managed cellular Wi-Fi rental business delivering reliable, plug-and-play internet for events, film &amp; TV production, and temporary field operations. By combining standardized hardware kits, proactive monitoring, and automation-driven operations, FuseFi competes on certainty and reliability rather than raw bandwidth or lowest price. The model produces strong recurring cash flow, repeat customers, and scalable regional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Rent pre-configured cellular Wi-Fi kits</a:t>
            </a:r>
          </a:p>
          <a:p>
            <a:r>
              <a:t>• Multi-day and weekly rental pricing</a:t>
            </a:r>
          </a:p>
          <a:p>
            <a:r>
              <a:t>• Connectivity, monitoring, and support bundled</a:t>
            </a:r>
          </a:p>
          <a:p>
            <a:r>
              <a:t>• Upsells: extra data, extended duration, priority support</a:t>
            </a:r>
          </a:p>
          <a:p>
            <a:r>
              <a:t>• Asset-backed, capital-efficient rental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Segments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Film &amp; TV production (locations, basecamps, video village)</a:t>
            </a:r>
          </a:p>
          <a:p>
            <a:r>
              <a:t>• Events &amp; festivals</a:t>
            </a:r>
          </a:p>
          <a:p>
            <a:r>
              <a:t>• Corporate off-sites &amp; pop-ups</a:t>
            </a:r>
          </a:p>
          <a:p>
            <a:r>
              <a:t>• Construction trailers &amp; temporary offices</a:t>
            </a:r>
          </a:p>
          <a:p>
            <a:r>
              <a:t>• Emergency &amp; contingency connectivity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Addressable Market (TAM)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 event &amp; temporary internet rentals: $2B+</a:t>
            </a:r>
          </a:p>
          <a:p>
            <a:r>
              <a:t>• Film &amp; TV production services: $30B+ industry</a:t>
            </a:r>
          </a:p>
          <a:p>
            <a:r>
              <a:t>• Initial focus: LA &amp; major metro production hubs</a:t>
            </a:r>
          </a:p>
          <a:p>
            <a:r>
              <a:t>• Fragmented vendor landscape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FuseFi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Automation lowers failure risk and operating cost</a:t>
            </a:r>
          </a:p>
          <a:p>
            <a:r>
              <a:t>• Proactive monitoring vs reactive competitors</a:t>
            </a:r>
          </a:p>
          <a:p>
            <a:r>
              <a:t>• Standardized kits ensure consistent outcomes</a:t>
            </a:r>
          </a:p>
          <a:p>
            <a:r>
              <a:t>• Premium packaging &amp; UX signal reliability</a:t>
            </a:r>
          </a:p>
          <a:p>
            <a:r>
              <a:t>• Competes on certainty—not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 (Per Kit)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Avg rental price: $499 / week</a:t>
            </a:r>
          </a:p>
          <a:p>
            <a:r>
              <a:t>• Avg utilization: 2.2 rentals / month</a:t>
            </a:r>
          </a:p>
          <a:p>
            <a:r>
              <a:t>• Monthly revenue per kit: ~$1,100</a:t>
            </a:r>
          </a:p>
          <a:p>
            <a:r>
              <a:t>• Monthly operating cost per kit: ~$180</a:t>
            </a:r>
          </a:p>
          <a:p>
            <a:r>
              <a:t>• Contribution margin per kit: ~$920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Fleet &amp; asset tracking database</a:t>
            </a:r>
          </a:p>
          <a:p>
            <a:r>
              <a:t>• SIM and carrier management layer</a:t>
            </a:r>
          </a:p>
          <a:p>
            <a:r>
              <a:t>• Device health &amp; connectivity monitoring</a:t>
            </a:r>
          </a:p>
          <a:p>
            <a:r>
              <a:t>• Automated provisioning and de-provisioning</a:t>
            </a:r>
          </a:p>
          <a:p>
            <a:r>
              <a:t>• Ops dashboard and alerting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→ Kit assigned → SIM activated → Ship</a:t>
            </a:r>
          </a:p>
          <a:p>
            <a:r>
              <a:t>Deploy → Monitor → Proactive support</a:t>
            </a:r>
          </a:p>
          <a:p>
            <a:r>
              <a:t>Return → Inspect → Reset → Re-inventory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Hardware &amp; Accessories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Business-grade LTE/5G routers (GL.iNet, Teltonika, Peplink)</a:t>
            </a:r>
          </a:p>
          <a:p>
            <a:r>
              <a:t>• Dual-SIM capability</a:t>
            </a:r>
          </a:p>
          <a:p>
            <a:r>
              <a:t>• Pelican cases with custom foam</a:t>
            </a:r>
          </a:p>
          <a:p>
            <a:r>
              <a:t>• External antennas</a:t>
            </a:r>
          </a:p>
          <a:p>
            <a:r>
              <a:t>• AirTags for loss prevention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30 Wi-Fi kits @ ~$1,100 each → ~$33K</a:t>
            </a:r>
          </a:p>
          <a:p>
            <a:r>
              <a:t>• Branding, website, ops software → ~$10K</a:t>
            </a:r>
          </a:p>
          <a:p>
            <a:r>
              <a:t>• Insurance, legal, accounting → ~$5K</a:t>
            </a:r>
          </a:p>
          <a:p>
            <a:r>
              <a:t>• Working capital buffer → ~$12K</a:t>
            </a:r>
          </a:p>
          <a:p>
            <a:r>
              <a:t>• Total initial capital → ~$60K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Break-Even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case: 6–8 months</a:t>
            </a:r>
          </a:p>
          <a:p>
            <a:r>
              <a:t>Likely case: 9–12 months</a:t>
            </a:r>
          </a:p>
          <a:p>
            <a:r>
              <a:t>Worst case: 15–18 months</a:t>
            </a:r>
          </a:p>
          <a:p>
            <a:r>
              <a:t>Primary driver: utilization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24-Month P&amp;L (Monthly Averages)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Months 1–6:</a:t>
            </a:r>
          </a:p>
          <a:p>
            <a:r>
              <a:t>• Revenue: $18K</a:t>
            </a:r>
          </a:p>
          <a:p>
            <a:r>
              <a:t>• Operating costs: $5K</a:t>
            </a:r>
          </a:p>
          <a:p>
            <a:r>
              <a:t>• Net cash flow: ~$13K</a:t>
            </a:r>
          </a:p>
          <a:p/>
          <a:p>
            <a:r>
              <a:t>Months 7–12:</a:t>
            </a:r>
          </a:p>
          <a:p>
            <a:r>
              <a:t>• Revenue: $35K</a:t>
            </a:r>
          </a:p>
          <a:p>
            <a:r>
              <a:t>• Operating costs: $9K</a:t>
            </a:r>
          </a:p>
          <a:p>
            <a:r>
              <a:t>• Net cash flow: ~$26K</a:t>
            </a:r>
          </a:p>
          <a:p/>
          <a:p>
            <a:r>
              <a:t>Months 13–24:</a:t>
            </a:r>
          </a:p>
          <a:p>
            <a:r>
              <a:t>• Revenue: $60K</a:t>
            </a:r>
          </a:p>
          <a:p>
            <a:r>
              <a:t>• Operating costs: $15K</a:t>
            </a:r>
          </a:p>
          <a:p>
            <a:r>
              <a:t>• Net cash flow: ~$45K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